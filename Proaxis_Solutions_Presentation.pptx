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-1828800"/>
            <a:ext cx="7315200" cy="4572000"/>
          </a:xfrm>
          <a:prstGeom prst="ellipse">
            <a:avLst/>
          </a:prstGeom>
          <a:solidFill>
            <a:srgbClr val="2563EB">
              <a:alpha val="18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57200"/>
            <a:ext cx="128016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457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PROAXIS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Smarter Systems.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 What Slows You Down.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203704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 Without Limits.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 Software Engineering, AI Automation &amp; Digital Transformation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1097280"/>
            <a:ext cx="20116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B-BBEE Level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1783080"/>
            <a:ext cx="20116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POPIA Compliant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2468880"/>
            <a:ext cx="20116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CSD Registered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3154680"/>
            <a:ext cx="20116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SA Registered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proaxissolutions.co.za  ·  info@proaxissolutions.co.za  ·  Reg. 2025/542019/07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businesses struggle to grow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Manual Processes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lost to paperwork, spreadsheets, and repetitive admin that drain your team's time and energy every single day.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88720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8328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Fragmented Tools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65176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don't talk to each other — data duplicated across platforms, errors compounding, decisions made blind.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188720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5508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Missed Opportunities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265176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your team is stuck in admin, competitors with smarter technology are moving faster and winning your customers.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Proaxis Solutions  ·  proaxissolutions.co.za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capabilities. Infinite business applications.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8892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27889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447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💻  Software 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software built around your business logic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systems that grow with you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integration with existing tools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time-to-market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280160"/>
            <a:ext cx="278892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280160"/>
            <a:ext cx="278892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4447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17830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 AI &amp; Automation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workflows that eliminate manual work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decision-making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process automation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931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time &amp; cost savings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280160"/>
            <a:ext cx="278892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280160"/>
            <a:ext cx="2788920" cy="7315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4447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17830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 Digital Transformation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Modernise legacy systems and paper processes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employee productivity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customer experiences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931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long-term competitive advantage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Proaxis Solutions  ·  proaxissolutions.co.za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WE SERVE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isn't just for big companies.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432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It's for yours too.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4320" y="228600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design solutions that fit your budget, your context, and your goals — whether you're a spaza shop owner, a growing SME, a professional services firm, or a government body.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South African business deserves technology that actually works for them.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1965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13385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17720" y="1481328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&amp; Beauty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20840" y="1097280"/>
            <a:ext cx="1965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20840" y="113385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66560" y="1481328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Spaza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011680"/>
            <a:ext cx="1965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204825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🍽️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2395728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Catering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2011680"/>
            <a:ext cx="1965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204825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66560" y="2395728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&amp; Services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926080"/>
            <a:ext cx="1965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296265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17720" y="3310128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2926080"/>
            <a:ext cx="1965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20840" y="296265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66560" y="3310128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3840480"/>
            <a:ext cx="1965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0" y="387705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17720" y="4224528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0840" y="3840480"/>
            <a:ext cx="1965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20840" y="387705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766560" y="4224528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Firms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Proaxis Solutions  ·  proaxissolutions.co.za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Discover. Design. Automate. Scale.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0116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201168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08760"/>
            <a:ext cx="475488" cy="475488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103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" y="3108960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go deep into your operations, workflows, and goals before recommending anything. Understanding comes first.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1325880"/>
            <a:ext cx="20116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325880"/>
            <a:ext cx="201168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87752" y="1508760"/>
            <a:ext cx="475488" cy="475488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87752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50592" y="2103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✏️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542032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560320" y="3108960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design solutions around your business logic — not generic tools force-fitted to your processes.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26864" y="1325880"/>
            <a:ext cx="20116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1325880"/>
            <a:ext cx="201168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64024" y="1508760"/>
            <a:ext cx="475488" cy="475488"/>
          </a:xfrm>
          <a:prstGeom prst="ellipse">
            <a:avLst/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26864" y="2103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718304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36592" y="3108960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implement precisely — reducing manual work, eliminating bottlenecks, and building systems that run reliably.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03136" y="1325880"/>
            <a:ext cx="20116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03136" y="1325880"/>
            <a:ext cx="201168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0296" y="1508760"/>
            <a:ext cx="475488" cy="475488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0296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03136" y="2103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894576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12864" y="3108960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support your growth. As your business evolves, our systems and partnerships evolve with it.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Proaxis Solutions  ·  proaxissolutions.co.za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TRUST PROAXIS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01168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" y="175564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 Registered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2140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2025/542019/07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incorporated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South Africa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0972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097280"/>
            <a:ext cx="201168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23744" y="175564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B-BBEE Level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42032" y="212140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procurement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for all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organisations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0972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097280"/>
            <a:ext cx="201168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00016" y="175564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POPIA Compliant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18304" y="212140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Officer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registered. Your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always protected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03136" y="10972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1097280"/>
            <a:ext cx="201168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76288" y="175564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CSD Registered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94576" y="212140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public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and government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1089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048" y="321868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🤝  Long-Term Partnership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" y="3621024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invest in your success beyond delivery. Our support evolves as your business grows.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31089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10128" y="321868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Business-First Thinking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10128" y="3621024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with your operations, not a product catalogue. Solutions built around how you actually work.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31089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36208" y="321868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Verified Outcomes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36208" y="3621024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success by your business results — efficiency gains, time saved, and value delivered.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Proaxis Solutions  ·  proaxissolutions.co.za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5486400" cy="45720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1828800"/>
            <a:ext cx="6400800" cy="457200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START?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something great together.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you're a large enterprise, a growing local business, or just starting out 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love to hear about your challenge and explore how we can help.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0" y="2788920"/>
            <a:ext cx="45720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0" y="2788920"/>
            <a:ext cx="4572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90779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info@proaxissolutions.co.za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33832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proaxissolutions.co.za  ·  SA Reg. 2025/542019/07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4297680"/>
            <a:ext cx="228600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4297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B-BBEE Level 1 Contributor  ·  CSD Registered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Proaxis Solutions — Company Overview</dc:title>
  <dc:subject>PptxGenJS Presentation</dc:subject>
  <dc:creator>Proaxis Solutions</dc:creator>
  <cp:lastModifiedBy>Proaxis Solutions</cp:lastModifiedBy>
  <cp:revision>1</cp:revision>
  <dcterms:created xsi:type="dcterms:W3CDTF">2026-06-06T03:43:21Z</dcterms:created>
  <dcterms:modified xsi:type="dcterms:W3CDTF">2026-06-06T03:43:21Z</dcterms:modified>
</cp:coreProperties>
</file>